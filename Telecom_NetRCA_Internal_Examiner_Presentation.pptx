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a capstone prototype designed to assist NOC engineers, not autonomously operate a telecom network. Live Gemini has been validated for one incident; wider incident support is planned.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problem: operators correlate alarms, optical power, packet loss, and historical SOPs manually. NetRCA shortens investigation support, preserving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through workflow left to right. Parallel Alarm, KPI and Historical analyses merge. Retrieval grounds RCA. Deterministic thresholds route to human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deliberately deterministic, preparing clean evidence and historical matches. Figures from the project status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retrieves SOP passages at run time; unlike direct freeform generation, the system exposes source IDs. Retrieval ranking does not guarantee claims are supported.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specialized roles. Historical records are local; the live agent reasoning comes from Gemini when live mode is selected. Phase 3 baseline 508 passed, one live deselected.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a graph: shared state, branching, review pauses/checkpoint resume and explicit flow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distinction between deterministic policy score and true model accuracy. Provider 503 can consume attempts, and retry budget is enforced.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showcase proved UI/workflow with fixture responses. The real live inference verification came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previous corporate run exhausted 9/9 attempts and lost KPI/Recommendation. A later morning run succeeded in all five agents using 6/9. These are live API calls; not production accuracy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dBm readings carefully: the difference is 14.8 dB, not a percentage. RCA is a hypothesis consistent with symptoms; exact fiber vs connector vs SFP needs physical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strength to discuss: backend detects invalid citations. Yet semantic citation grounding needs reviewer confirmation, and a safe recommendation should cite an actual procedure where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all 12 incidents as validated live. Clarify that planned duplicate/run-lock features are not yet implemented.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explaining limitations openly. Examiner questions likely focus on hallucinations, agent loops, checkpointing, retrieval and safe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controlled live demo, ideally the already successful INC-1004 result to avoid extra API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EXAMINER PRESENTATION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Telecom Root Cause Analysis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+ Retrieval-Augmented Generation + Human Approval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alarms and KPIs to explainable incident triage, probable RCA, safer recommendations and a reviewable report.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85800" y="5029200"/>
            <a:ext cx="10835640" cy="640080"/>
          </a:xfrm>
          <a:prstGeom prst="roundRect">
            <a:avLst>
              <a:gd name="adj" fmla="val 20000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193792"/>
            <a:ext cx="10378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status: Phases 1–6 implemented  |  Phase 7 live Gemini verified for INC-1004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and our goal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901952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NOC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alarms, time-series KPIs and incident records must be correlated under time pressure.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09872" y="1737360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4464" y="1901952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objective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74464" y="2313432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an evidence-linked probable root cause with understandable reasoning.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9392" y="1737360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3984" y="1901952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3984" y="2313432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approve or reject recommendations. No automatic network changes.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4348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C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assists investigation; it does not claim to prove the failed component.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 — end-to-end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incidents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alarms + KPI logs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84248" y="26700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0A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084832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76272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+ normalize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+ history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93592" y="26700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0A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94176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03904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evidence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85616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 / KPI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agents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02936" y="26700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0A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03520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13248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 RAG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 evidence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6700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0A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12864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04304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RCA + confidence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routing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21624" y="26700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0A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522208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31936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13648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human review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30968" y="26700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0A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131552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0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222992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trace history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343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components handle validation, scoring and routing; LLM agents generate structured analysis and recommendations.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— Telecom data foundation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synthetic incident records and 231 alarm/event/KPI rows.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resolved historical incidents available for comparison.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Validation, normalization, event parsing and explainable P1–P4 severity.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422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227 Phase 1 tests reported passing.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— Knowledge base and RAG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telecom SOP/reference documents with traceable source identifiers.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all-MiniLM-L6-v2; 384-dimensional vector representation.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store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local ChromaDB; 105 indexed document chunks.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policy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422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citations and weak-retrieval detection; retrieval is not proof.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— The five AI agents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901952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Alarm Agent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Interprets sequence, alarm families and symptom patterns.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09872" y="1737360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4464" y="1901952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KPI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74464" y="2313432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Explains trends and correlation in telecom metrics.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9392" y="1737360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3984" y="1901952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Historical Agent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3984" y="2313432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Compares current symptoms with resolved incident patterns.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352" y="3355848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3520440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RCA Agent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" y="3931920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Proposes a probable cause, alternatives and uncertainty.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09872" y="3355848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4464" y="3520440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Recommendation Agent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74464" y="3931920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Suggests guarded next steps and verification checks.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52852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C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use structured outputs; live model responses are separate from scripted offline fixtures.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 — LangGraph orchestration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81912"/>
            <a:ext cx="1042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analyses → merge → RAG retrieval → RCA → confidence boundary.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258568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194560"/>
            <a:ext cx="1042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router decides escalation and human approval path.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" y="2871216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807208"/>
            <a:ext cx="1042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decisions: approve, reject, revise or hand off.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3483864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419856"/>
            <a:ext cx="1042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generator executes only after appropriate workflow decisions.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Verification: 614 tests passed (including 106 Phase 4 tests).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5 — Reliability, confidence and traces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policy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weighted evidence signals and contradiction penalty; not probability of truth.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resilience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attempts, typed failures, repair and fallback paths.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visibility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Correlated node/agent traces with privacy-safe event logging.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422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Rotating JSONL trace logs and lifecycle controls.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" y="519379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Verification: 1,179 passing tests at Phase 5 completion.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6 — Streamlit demo and human review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explorer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incident, inspect alarms, KPI time series and evidence.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Run, pause at Human Review, approve/reject/revise/handoff.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visibility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RCA, citations, confidence explanation and errors.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422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final backend-generated Markdown report.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" y="520293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Verification: 1,466 tests passed at Phase 6 completion; three offline scenarios exercised.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7 — Real Gemini inference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switch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consent and Run Analysis initiate real Gemini requests.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incident evidence + local retrieved SOP chunks sent to model.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physical API calls, pacing, sanitized error visibility.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422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multi-incident support not yet validated; semantic claims need review.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" y="5193792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for INC-1004: all five agents have produced live outputs.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walkthrough — INC-1004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835640" cy="576072"/>
          </a:xfrm>
          <a:prstGeom prst="roundRect">
            <a:avLst>
              <a:gd name="adj" fmla="val 22222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70992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33472" y="16733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backhaul degradation | Router RTR-W-022-01 | WEST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10835640" cy="576072"/>
          </a:xfrm>
          <a:prstGeom prst="roundRect">
            <a:avLst>
              <a:gd name="adj" fmla="val 22222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" y="239572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33472" y="23591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 power −9.8 → −24.6 dBm (−14.8 dB change); CRC/FEC errors, packet loss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0835640" cy="576072"/>
          </a:xfrm>
          <a:prstGeom prst="roundRect">
            <a:avLst>
              <a:gd name="adj" fmla="val 22222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" y="308152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Probable RCA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33472" y="30449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Optical-path degradation on interface Gi0/2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10835640" cy="576072"/>
          </a:xfrm>
          <a:prstGeom prst="roundRect">
            <a:avLst>
              <a:gd name="adj" fmla="val 22222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376732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33472" y="37307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inspection of fiber/connections; verify recovery metrics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835640" cy="576072"/>
          </a:xfrm>
          <a:prstGeom prst="roundRect">
            <a:avLst>
              <a:gd name="adj" fmla="val 22222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445312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execution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33472" y="44165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agent outputs; 6 of 9 API attempts; review paused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0835640" cy="576072"/>
          </a:xfrm>
          <a:prstGeom prst="roundRect">
            <a:avLst>
              <a:gd name="adj" fmla="val 22222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" y="513892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status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33472" y="51023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 → escalated human review; no automatic network action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citations and reviewer judgment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" y="160020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536192"/>
            <a:ext cx="10287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source IDs exist, but existence does NOT prove a claim is supported.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94944" y="233172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67712"/>
            <a:ext cx="10287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citation reference was dropped by backend validation in the live run.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94944" y="306324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999232"/>
            <a:ext cx="10287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SOP-PKT-001#c001 covers symptoms, not an approved intervention procedure.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94944" y="379476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730752"/>
            <a:ext cx="10287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Evidence-support score 1.00 is policy alignment — NOT 100% accuracy.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94944" y="452628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462272"/>
            <a:ext cx="10287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reviewer should challenge unsupported remediation and uncertainty.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complete — and what is next?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Phases 1–6 and live Gemini integration with real five-agent INC-1004 analysis.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examples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offline scenarios; one successful live incident and one partial live run with safe failure display.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progress / future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safe multi-incident live runs, durable anti-duplicate guardrails and disabled Run button.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422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data; human approval; no network actuation; no guarantee of RCA correctness.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Examiner Q&amp;A — be ready for these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04088" y="150876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1444752"/>
            <a:ext cx="10378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RAG instead of only Gemini? → Grounds analysis in retrieved SOP evidence.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4088" y="2221992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157984"/>
            <a:ext cx="10378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five agents? → Separates symptom, metrics, historical, RCA and action reasoning.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4088" y="2935224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871216"/>
            <a:ext cx="10378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confidence 1.00 mean? → Policy score, not predictive accuracy.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4088" y="3648456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3584448"/>
            <a:ext cx="10378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human review? → Prevent unsafe or unsupported changes.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088" y="4361688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4297680"/>
            <a:ext cx="10378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HTTP 503 or missing agents? → Provider failures; bounded retries and honest partial results.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4088" y="507492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" y="5010912"/>
            <a:ext cx="10378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it fix the network? → No. It proposes and documents; a human acts.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70" kern="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Evidence-grounded  •  Human-in-the-loop  •  Local-first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378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9829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first. Bounded automation. Human decisions.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4636008"/>
            <a:ext cx="9829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Demo: incident → agents → probable RCA → citations → review → report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NetRCA — Evidence-Grounded Agentic RCA</dc:title>
  <dc:subject>Capstone examiner presentation</dc:subject>
  <dc:creator>Telecom NetRCA Capstone</dc:creator>
  <cp:lastModifiedBy>Telecom NetRCA Capstone</cp:lastModifiedBy>
  <cp:revision>1</cp:revision>
  <dcterms:created xsi:type="dcterms:W3CDTF">2026-10-23T03:37:56Z</dcterms:created>
  <dcterms:modified xsi:type="dcterms:W3CDTF">2026-10-23T03:37:56Z</dcterms:modified>
</cp:coreProperties>
</file>